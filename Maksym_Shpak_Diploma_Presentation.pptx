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643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spreadsheet, paper register
and email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by hand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every average and every
attendance total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25 students, 8 courses, 51 active enrolments and a 3.70 mean mark — the same four KPI tiles as the live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312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18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30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425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18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DATABASE_URL, one codebase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312 strings, English ⇄ Polish, locale-aware dates. 111 automated tests; GitHub Actions runs a live smoke job against thesms.me.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82496"/>
            <a:ext cx="3145910" cy="19661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0290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582" y="1682496"/>
            <a:ext cx="3145910" cy="19661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50582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394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attendance-mark-cl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37" y="1682496"/>
            <a:ext cx="3145910" cy="19661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34237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Mark Class — a whole roster saved in one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67599" y="1632204"/>
            <a:ext cx="1007733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9" name="Picture 18" descr="dashboard-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7891" y="1682496"/>
            <a:ext cx="907149" cy="196619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06411" y="3776706"/>
            <a:ext cx="17301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375 px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offici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810814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529547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51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3.70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avg. grade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teachers see their courses; admins see the institution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312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111 tests + live smoke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suite locally; Actions hits the deployed site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offici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9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