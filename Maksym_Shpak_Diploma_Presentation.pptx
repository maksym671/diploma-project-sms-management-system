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96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spreadsheet, paper register
and email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by hand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every average and every
attendance total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 records — 51 of them active —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30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425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96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45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1" y="1682496"/>
            <a:ext cx="4535424" cy="2834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575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177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2071" y="1682496"/>
            <a:ext cx="4535424" cy="2834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207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8099" y="1632204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dashboard-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91" y="1682496"/>
            <a:ext cx="1307827" cy="28346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6911" y="4645151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375 px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 records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96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