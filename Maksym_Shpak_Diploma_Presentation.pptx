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96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4–6 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per week per teacher spent on
manual record-keeping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 single student record is
split across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enrollments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312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27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413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312 strings, English ⇄ Polish, locale-aware dates. 96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45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51" y="1682496"/>
            <a:ext cx="4535424" cy="2834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575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177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2071" y="1682496"/>
            <a:ext cx="4535424" cy="2834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207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38099" y="1632204"/>
            <a:ext cx="1408411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dashboard-mob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91" y="1682496"/>
            <a:ext cx="1307827" cy="28346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6911" y="4645151"/>
            <a:ext cx="213078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430 px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312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96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