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diploma-project-sms-management-system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diploma-project-sms-management-system.onrender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ploma-project-sms-management-system.onrender.com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dark_vertic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54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https://diploma-project-sms-management-system.onrender.com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Django 6, Python 3.12, PostgreSQL 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64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792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6 models, 6 migrations, constraints in the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864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8864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792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Weighted grades, RBAC, EN/PL, 77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64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64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792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Dashboard, student records, mobile layout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8864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864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5792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Live on Render + Neon, then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4–6 h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per week per teacher spent on
manual record-keeping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 single student record is
split across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one auditable, role-aware platform now managing 25 students, 8 courses, 87 enrollments and 87 grades in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308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16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27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413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daily backups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308 strings, English ⇄ Polish, locale-aware dates. 77 automated tests and four CI gates (tests, migrations, deploy check, collectstatic) on every push.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45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51" y="1682496"/>
            <a:ext cx="4535424" cy="2834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575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177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2071" y="1682496"/>
            <a:ext cx="4535424" cy="2834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207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38099" y="1632204"/>
            <a:ext cx="1408411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dashboard-mob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391" y="1682496"/>
            <a:ext cx="1307827" cy="28346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6911" y="4645151"/>
            <a:ext cx="213078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430 px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https://diploma-project-sms-management-system.onrender.com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grades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admins and teachers see strictly their own data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308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77 tests, four CI gates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green on every push, then build.sh deploys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https://diploma-project-sms-management-system.onrender.com</a:t>
            </a:r>
          </a:p>
        </p:txBody>
      </p:sp>
      <p:pic>
        <p:nvPicPr>
          <p:cNvPr id="7" name="Picture 6" descr="vizja_logo_dark_vertic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1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