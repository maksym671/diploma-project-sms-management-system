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96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 records — 51 of them active —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312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30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425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312 strings, English ⇄ Polish, locale-aware dates. 96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375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 records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312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96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